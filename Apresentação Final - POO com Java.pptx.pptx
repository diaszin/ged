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753600" cy="7315200"/>
  <p:notesSz cx="6858000" cy="9144000"/>
  <p:embeddedFontLst>
    <p:embeddedFont>
      <p:font typeface="Calibri (MS)" charset="1" panose="020F0502020204030204"/>
      <p:regular r:id="rId14"/>
    </p:embeddedFont>
    <p:embeddedFont>
      <p:font typeface="Arimo" charset="1" panose="020B0604020202020204"/>
      <p:regular r:id="rId15"/>
    </p:embeddedFon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edapp-production-20c4.up.railway.app/signin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272453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 repositório online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" y="4124325"/>
            <a:ext cx="66446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Kaique Dias Pereira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975906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0989" y="3004764"/>
            <a:ext cx="825109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objetivo desse sistema é criar um ambiente de confiança, servindo como repositório online dos seus arquivos. Semelhante ao Google drive, mas com uma interface ativa e minimalista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802" y="2837743"/>
            <a:ext cx="8413995" cy="1219200"/>
            <a:chOff x="0" y="0"/>
            <a:chExt cx="1121866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866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218660">
                  <a:moveTo>
                    <a:pt x="0" y="0"/>
                  </a:moveTo>
                  <a:lnTo>
                    <a:pt x="11218660" y="0"/>
                  </a:lnTo>
                  <a:lnTo>
                    <a:pt x="1121866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121866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proposta é simples: Hospedar o seu arquivo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30832" y="4128207"/>
            <a:ext cx="5968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38B6FF"/>
                </a:solidFill>
                <a:latin typeface="Arimo"/>
                <a:ea typeface="Arimo"/>
                <a:cs typeface="Arimo"/>
                <a:sym typeface="Arimo"/>
                <a:hlinkClick r:id="rId2" tooltip="https://gedapp-production-20c4.up.railway.app/signin"/>
              </a:rPr>
              <a:t>https://gedapp-production-20c4.up.railway.app/signin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Objetivo Pessoal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06014" y="4090141"/>
            <a:ext cx="4941572" cy="934881"/>
            <a:chOff x="0" y="0"/>
            <a:chExt cx="1830212" cy="3462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Arquitetura Hexagonal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06014" y="2290179"/>
            <a:ext cx="4941572" cy="934881"/>
            <a:chOff x="0" y="0"/>
            <a:chExt cx="1830212" cy="3462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Interface com Micro-interações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Arquitetura Hexagonal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92742" y="1313713"/>
            <a:ext cx="5368116" cy="3985826"/>
          </a:xfrm>
          <a:custGeom>
            <a:avLst/>
            <a:gdLst/>
            <a:ahLst/>
            <a:cxnLst/>
            <a:rect r="r" b="b" t="t" l="l"/>
            <a:pathLst>
              <a:path h="3985826" w="5368116">
                <a:moveTo>
                  <a:pt x="0" y="0"/>
                </a:moveTo>
                <a:lnTo>
                  <a:pt x="5368116" y="0"/>
                </a:lnTo>
                <a:lnTo>
                  <a:pt x="5368116" y="3985826"/>
                </a:lnTo>
                <a:lnTo>
                  <a:pt x="0" y="3985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36363" y="5793105"/>
            <a:ext cx="5880874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capacidade de ser adaptável para qualquer futura implementação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Porquê Arquitetura Hexagonal?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06014" y="1825001"/>
            <a:ext cx="4941572" cy="934881"/>
            <a:chOff x="0" y="0"/>
            <a:chExt cx="1830212" cy="3462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3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Orientação a objeto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06014" y="3035573"/>
            <a:ext cx="4941572" cy="934881"/>
            <a:chOff x="0" y="0"/>
            <a:chExt cx="1830212" cy="3462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3D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Escalável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06014" y="4409119"/>
            <a:ext cx="4941572" cy="934881"/>
            <a:chOff x="0" y="0"/>
            <a:chExt cx="1830212" cy="3462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3D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Estabilidade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6014" y="5648799"/>
            <a:ext cx="4941572" cy="934881"/>
            <a:chOff x="0" y="0"/>
            <a:chExt cx="1830212" cy="3462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0212" cy="346252"/>
            </a:xfrm>
            <a:custGeom>
              <a:avLst/>
              <a:gdLst/>
              <a:ahLst/>
              <a:cxnLst/>
              <a:rect r="r" b="b" t="t" l="l"/>
              <a:pathLst>
                <a:path h="346252" w="1830212">
                  <a:moveTo>
                    <a:pt x="0" y="0"/>
                  </a:moveTo>
                  <a:lnTo>
                    <a:pt x="1830212" y="0"/>
                  </a:lnTo>
                  <a:lnTo>
                    <a:pt x="1830212" y="346252"/>
                  </a:lnTo>
                  <a:lnTo>
                    <a:pt x="0" y="346252"/>
                  </a:lnTo>
                  <a:close/>
                </a:path>
              </a:pathLst>
            </a:custGeom>
            <a:solidFill>
              <a:srgbClr val="3D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30212" cy="38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Desacoplado da tecnologia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4989" y="1320495"/>
            <a:ext cx="326362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Vamos ver na prática .....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018" y="3173413"/>
            <a:ext cx="889956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Muito obrigado por assistir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DAG5iC5UVLM</dc:identifier>
  <dcterms:modified xsi:type="dcterms:W3CDTF">2011-08-01T06:04:30Z</dcterms:modified>
  <cp:revision>1</cp:revision>
  <dc:title>Apresentação Final - POO com Java.pptx</dc:title>
</cp:coreProperties>
</file>